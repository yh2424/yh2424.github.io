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7556163" cy="9875838"/>
  <p:notesSz cx="9875838" cy="17556163"/>
  <p:embeddedFontLst>
    <p:embeddedFont>
      <p:font typeface="HY견고딕" panose="02030600000101010101" pitchFamily="18" charset="-127"/>
      <p:regular r:id="rId4"/>
    </p:embeddedFont>
  </p:embeddedFontLst>
  <p:custDataLst>
    <p:tags r:id="rId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4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12/13/25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" y="617220"/>
            <a:ext cx="16980408" cy="8641080"/>
          </a:xfrm>
          <a:prstGeom prst="rect">
            <a:avLst/>
          </a:prstGeom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8F2C28D6-E001-BB6B-B87B-F0A675FB6173}"/>
              </a:ext>
            </a:extLst>
          </p:cNvPr>
          <p:cNvGrpSpPr/>
          <p:nvPr/>
        </p:nvGrpSpPr>
        <p:grpSpPr>
          <a:xfrm>
            <a:off x="10216991" y="959260"/>
            <a:ext cx="573786" cy="842198"/>
            <a:chOff x="10327831" y="959260"/>
            <a:chExt cx="573786" cy="842198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27831" y="1600147"/>
              <a:ext cx="573786" cy="201311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077A6E2-7FA9-0561-2693-A78E85B76055}"/>
                </a:ext>
              </a:extLst>
            </p:cNvPr>
            <p:cNvGrpSpPr/>
            <p:nvPr/>
          </p:nvGrpSpPr>
          <p:grpSpPr>
            <a:xfrm>
              <a:off x="10327831" y="959260"/>
              <a:ext cx="573786" cy="842198"/>
              <a:chOff x="10327831" y="959260"/>
              <a:chExt cx="573786" cy="842198"/>
            </a:xfrm>
          </p:grpSpPr>
          <p:pic>
            <p:nvPicPr>
              <p:cNvPr id="5" name="Image 3" descr="preencoded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60840" y="959260"/>
                <a:ext cx="507778" cy="735949"/>
              </a:xfrm>
              <a:prstGeom prst="rect">
                <a:avLst/>
              </a:prstGeom>
            </p:spPr>
          </p:pic>
          <p:pic>
            <p:nvPicPr>
              <p:cNvPr id="6" name="Image 4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46551" y="1039745"/>
                <a:ext cx="353330" cy="353330"/>
              </a:xfrm>
              <a:prstGeom prst="rect">
                <a:avLst/>
              </a:prstGeom>
            </p:spPr>
          </p:pic>
          <p:pic>
            <p:nvPicPr>
              <p:cNvPr id="7" name="Image 5" descr="preencoded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27831" y="1600147"/>
                <a:ext cx="573786" cy="201311"/>
              </a:xfrm>
              <a:prstGeom prst="rect">
                <a:avLst/>
              </a:prstGeom>
            </p:spPr>
          </p:pic>
        </p:grpSp>
      </p:grpSp>
      <p:sp>
        <p:nvSpPr>
          <p:cNvPr id="8" name="Text 0"/>
          <p:cNvSpPr/>
          <p:nvPr/>
        </p:nvSpPr>
        <p:spPr>
          <a:xfrm>
            <a:off x="10179573" y="1099005"/>
            <a:ext cx="623221" cy="3154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spc="-150" dirty="0" err="1">
                <a:solidFill>
                  <a:srgbClr val="E5F3FF"/>
                </a:solidFill>
                <a:latin typeface="+mj-ea"/>
                <a:ea typeface="+mj-ea"/>
                <a:cs typeface="Pretendard-Medium" pitchFamily="34" charset="-120"/>
              </a:rPr>
              <a:t>정문</a:t>
            </a:r>
            <a:endParaRPr lang="en-US" sz="1500" b="1" spc="-150" dirty="0">
              <a:latin typeface="+mj-ea"/>
              <a:ea typeface="+mj-ea"/>
            </a:endParaRPr>
          </a:p>
        </p:txBody>
      </p:sp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9218" y="6950261"/>
            <a:ext cx="2024682" cy="631793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7971918" y="7052702"/>
            <a:ext cx="1879282" cy="426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-63" dirty="0">
                <a:solidFill>
                  <a:srgbClr val="2CA0F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-ExtraBold" pitchFamily="34" charset="-120"/>
              </a:rPr>
              <a:t>제2과학 </a:t>
            </a:r>
            <a:r>
              <a:rPr lang="en-US" sz="2000" kern="0" spc="-63" dirty="0" err="1">
                <a:solidFill>
                  <a:srgbClr val="2CA0F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-ExtraBold" pitchFamily="34" charset="-120"/>
              </a:rPr>
              <a:t>기술관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621800">
            <a:off x="8784403" y="7823065"/>
            <a:ext cx="696278" cy="106985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3791" y="4359228"/>
            <a:ext cx="1591913" cy="631793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10780018" y="4461669"/>
            <a:ext cx="1379458" cy="426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-63" dirty="0">
                <a:solidFill>
                  <a:srgbClr val="2CA0F7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-ExtraBold" pitchFamily="34" charset="-120"/>
              </a:rPr>
              <a:t>제1주차장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9326880"/>
            <a:ext cx="17556480" cy="548640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086381C-529F-FC43-F85B-460573289667}"/>
              </a:ext>
            </a:extLst>
          </p:cNvPr>
          <p:cNvCxnSpPr>
            <a:cxnSpLocks/>
          </p:cNvCxnSpPr>
          <p:nvPr/>
        </p:nvCxnSpPr>
        <p:spPr>
          <a:xfrm flipH="1">
            <a:off x="8557260" y="1801458"/>
            <a:ext cx="1615440" cy="84438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AF05269-6D8F-3D49-3F29-3DCE88D32976}"/>
              </a:ext>
            </a:extLst>
          </p:cNvPr>
          <p:cNvCxnSpPr>
            <a:cxnSpLocks/>
          </p:cNvCxnSpPr>
          <p:nvPr/>
        </p:nvCxnSpPr>
        <p:spPr>
          <a:xfrm flipH="1" flipV="1">
            <a:off x="8557260" y="2645839"/>
            <a:ext cx="1929781" cy="382339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B000077-D896-D803-F30F-61FBE5007348}"/>
              </a:ext>
            </a:extLst>
          </p:cNvPr>
          <p:cNvCxnSpPr/>
          <p:nvPr/>
        </p:nvCxnSpPr>
        <p:spPr>
          <a:xfrm flipV="1">
            <a:off x="10487041" y="6172200"/>
            <a:ext cx="612759" cy="29703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F8A0C9C-88FD-4725-2AE3-43A44F8CFA25}"/>
              </a:ext>
            </a:extLst>
          </p:cNvPr>
          <p:cNvCxnSpPr>
            <a:cxnSpLocks/>
          </p:cNvCxnSpPr>
          <p:nvPr/>
        </p:nvCxnSpPr>
        <p:spPr>
          <a:xfrm flipH="1">
            <a:off x="10289731" y="7336980"/>
            <a:ext cx="578887" cy="31342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D40027C-8352-7703-9595-D9AB22EAF3B4}"/>
              </a:ext>
            </a:extLst>
          </p:cNvPr>
          <p:cNvCxnSpPr>
            <a:cxnSpLocks/>
          </p:cNvCxnSpPr>
          <p:nvPr/>
        </p:nvCxnSpPr>
        <p:spPr>
          <a:xfrm flipH="1" flipV="1">
            <a:off x="10569665" y="6661150"/>
            <a:ext cx="298953" cy="67583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E75D1A3-EF68-0F66-A697-1056555ED75D}"/>
              </a:ext>
            </a:extLst>
          </p:cNvPr>
          <p:cNvCxnSpPr>
            <a:cxnSpLocks/>
          </p:cNvCxnSpPr>
          <p:nvPr/>
        </p:nvCxnSpPr>
        <p:spPr>
          <a:xfrm flipV="1">
            <a:off x="10569665" y="6415212"/>
            <a:ext cx="524043" cy="245938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3.1.32"/>
  <p:tag name="AS_OS" val="Microsoft Windows NT 10.0.26200.0"/>
  <p:tag name="AS_RELEASE_DATE" val="2023.12.14"/>
  <p:tag name="AS_TITLE" val="Aspose.Slides for .NET Standard 2.0"/>
  <p:tag name="AS_VERSION" val="23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</Words>
  <Application>Microsoft Macintosh PowerPoint</Application>
  <PresentationFormat>사용자 지정</PresentationFormat>
  <Paragraphs>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Arial</vt:lpstr>
      <vt:lpstr>Calibri</vt:lpstr>
      <vt:lpstr>Office Theme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제목을 입력하세요</dc:title>
  <dc:subject>Presentation</dc:subject>
  <dc:creator>mangoboard.net_52147690</dc:creator>
  <cp:lastModifiedBy>김영현 P</cp:lastModifiedBy>
  <cp:revision>2</cp:revision>
  <dcterms:created xsi:type="dcterms:W3CDTF">2025-12-12T12:14:32Z</dcterms:created>
  <dcterms:modified xsi:type="dcterms:W3CDTF">2025-12-13T00:35:13Z</dcterms:modified>
</cp:coreProperties>
</file>